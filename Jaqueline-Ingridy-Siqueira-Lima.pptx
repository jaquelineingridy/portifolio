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Sora Light" panose="020B0604020202020204" charset="0"/>
      <p:regular r:id="rId14"/>
    </p:embeddedFont>
    <p:embeddedFont>
      <p:font typeface="Sora Semi Bold" panose="020B0604020202020204" charset="0"/>
      <p:regular r:id="rId1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38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aqueline-ingridy-lima-04a11032b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hyperlink" Target="https://github.com/JaquelineIngridy?tab=repositori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Jaqueline Ingridy Siqueira Lima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Estudante de Análise e Desenvolvimento de Sistemas apaixonada por transformar dados em insights estratégicos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92843"/>
            <a:ext cx="816233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Contato e Perfil Profissional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47048"/>
            <a:ext cx="35553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Informações de Contato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619857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E-mail: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jaquelineingridy19@gmail.com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161472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Telefone: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(81) 98966-6740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703088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Localização: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Camaragibe - 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244703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hlinkClick r:id="rId3"/>
              </a:rPr>
              <a:t>LinkedIn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hlinkClick r:id="rId4"/>
              </a:rPr>
              <a:t>GitHub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22802" y="30470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Sobre Mim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22802" y="3619857"/>
            <a:ext cx="7656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Estudante de tecnologia com experiência prática em projetos de residência tecnológica com empresas como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Accenture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BlackBelt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Desenvolvi dashboards analíticos em Power BI e aplicações web completas integrando front-end e back-end.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22802" y="5201603"/>
            <a:ext cx="765679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Apaixonada por coletar, tratar e visualizar dados para facilitar decisões estratégicas. Busco minha primeira oportunidade de estágio para aplicar conhecimentos em um ambiente corporativo dinâmico.</a:t>
            </a:r>
            <a:endParaRPr lang="en-US" sz="17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6DF25DE-3A56-23EC-CBE5-99D26BC5E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7188573"/>
            <a:ext cx="2438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14864"/>
            <a:ext cx="681692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Objetivos Profissionais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852493"/>
            <a:ext cx="3705344" cy="3371017"/>
          </a:xfrm>
          <a:prstGeom prst="roundRect">
            <a:avLst>
              <a:gd name="adj" fmla="val 269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076688"/>
            <a:ext cx="325695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Primeira Oportunidade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2919055"/>
            <a:ext cx="3256955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Conquistar estágio na área de Dados ou Engenharia de Software para iniciar minha jornada profissional com propósito e aprendizado contínuo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6628" y="1852493"/>
            <a:ext cx="3705463" cy="3371017"/>
          </a:xfrm>
          <a:prstGeom prst="roundRect">
            <a:avLst>
              <a:gd name="adj" fmla="val 269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0823" y="20766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Aplicação Prática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0823" y="2562820"/>
            <a:ext cx="32570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Utilizar conhecimentos em Power BI, SQL e Python para resolver desafios reais e gerar valor mensurável para a organização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440085"/>
            <a:ext cx="7627382" cy="1974652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664279"/>
            <a:ext cx="41478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Desenvolvimento Acelerado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6150412"/>
            <a:ext cx="71789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Colaborar com equipes experientes, absorver conhecimento técnico e acelerar minha evolução profissional através de desafios práticos</a:t>
            </a:r>
            <a:endParaRPr lang="en-US" sz="17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4FEFCAE-1609-6313-8639-A51EBFA89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6527" y="7560490"/>
            <a:ext cx="1742739" cy="680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131" y="554712"/>
            <a:ext cx="7734538" cy="1324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Residência Tecnológica - Porto Digital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191131" y="2181344"/>
            <a:ext cx="7734538" cy="9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Experiência prática através de três projetos consecutivos em parceria com empresas líderes do mercado, desenvolvendo soluções tecnológicas reais e impactantes.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417588" y="3373993"/>
            <a:ext cx="22860" cy="4300776"/>
          </a:xfrm>
          <a:prstGeom prst="roundRect">
            <a:avLst>
              <a:gd name="adj" fmla="val 369976"/>
            </a:avLst>
          </a:prstGeom>
          <a:solidFill>
            <a:srgbClr val="DFB8BC"/>
          </a:solidFill>
          <a:ln/>
        </p:spPr>
      </p:sp>
      <p:sp>
        <p:nvSpPr>
          <p:cNvPr id="6" name="Shape 3"/>
          <p:cNvSpPr/>
          <p:nvPr/>
        </p:nvSpPr>
        <p:spPr>
          <a:xfrm>
            <a:off x="6621244" y="3589020"/>
            <a:ext cx="604004" cy="22860"/>
          </a:xfrm>
          <a:prstGeom prst="roundRect">
            <a:avLst>
              <a:gd name="adj" fmla="val 369976"/>
            </a:avLst>
          </a:prstGeom>
          <a:solidFill>
            <a:srgbClr val="DFB8BC"/>
          </a:solidFill>
          <a:ln/>
        </p:spPr>
      </p:sp>
      <p:sp>
        <p:nvSpPr>
          <p:cNvPr id="7" name="Shape 4"/>
          <p:cNvSpPr/>
          <p:nvPr/>
        </p:nvSpPr>
        <p:spPr>
          <a:xfrm>
            <a:off x="6191071" y="3373993"/>
            <a:ext cx="453033" cy="453033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58580" y="3401735"/>
            <a:ext cx="317897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424499" y="3443168"/>
            <a:ext cx="4357688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2° Período - Jornal do Comércio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7424499" y="3895011"/>
            <a:ext cx="650117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Desenvolvimento de interface web interativa para player de música com foco em experiência do usuário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621244" y="5156835"/>
            <a:ext cx="604004" cy="22860"/>
          </a:xfrm>
          <a:prstGeom prst="roundRect">
            <a:avLst>
              <a:gd name="adj" fmla="val 369976"/>
            </a:avLst>
          </a:prstGeom>
          <a:solidFill>
            <a:srgbClr val="DFB8BC"/>
          </a:solidFill>
          <a:ln/>
        </p:spPr>
      </p:sp>
      <p:sp>
        <p:nvSpPr>
          <p:cNvPr id="12" name="Shape 9"/>
          <p:cNvSpPr/>
          <p:nvPr/>
        </p:nvSpPr>
        <p:spPr>
          <a:xfrm>
            <a:off x="6191071" y="4941808"/>
            <a:ext cx="453033" cy="453033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8580" y="4969550"/>
            <a:ext cx="317897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7424499" y="5010983"/>
            <a:ext cx="3076218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3° Período - Accenture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7424499" y="5462826"/>
            <a:ext cx="650117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Aplicação web completa para gerenciamento de finanças pessoais com integração full-stack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621244" y="6724650"/>
            <a:ext cx="604004" cy="22860"/>
          </a:xfrm>
          <a:prstGeom prst="roundRect">
            <a:avLst>
              <a:gd name="adj" fmla="val 369976"/>
            </a:avLst>
          </a:prstGeom>
          <a:solidFill>
            <a:srgbClr val="DFB8BC"/>
          </a:solidFill>
          <a:ln/>
        </p:spPr>
      </p:sp>
      <p:sp>
        <p:nvSpPr>
          <p:cNvPr id="17" name="Shape 14"/>
          <p:cNvSpPr/>
          <p:nvPr/>
        </p:nvSpPr>
        <p:spPr>
          <a:xfrm>
            <a:off x="6191071" y="6509623"/>
            <a:ext cx="453033" cy="453033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8580" y="6537365"/>
            <a:ext cx="317897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7424499" y="6578798"/>
            <a:ext cx="2951202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4° Período - BlackBelt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7424499" y="7030641"/>
            <a:ext cx="6501170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analítico de vulnerabilidades em Power BI para equipe de cibersegurança</a:t>
            </a:r>
            <a:endParaRPr lang="en-US" sz="155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3C9030E-3FAF-6C29-8CDE-2948AC0BF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9928" y="7415217"/>
            <a:ext cx="2316481" cy="760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443" y="571619"/>
            <a:ext cx="12071033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Projeto Jornal do Comércio: Player de Música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43" y="1738432"/>
            <a:ext cx="5697498" cy="5697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6812" y="1713786"/>
            <a:ext cx="385357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Interface Web Interativa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876812" y="2300407"/>
            <a:ext cx="7070646" cy="946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Primeiro projeto da residência tecnológica focado em criar uma experiência de usuário fluida e intuitiva para reprodução de música na web.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876812" y="3424833"/>
            <a:ext cx="70706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Funcionalidades Desenvolvidas: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76812" y="3917990"/>
            <a:ext cx="70706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Sistema de reprodução e pausa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76812" y="4302562"/>
            <a:ext cx="70706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Navegação entre faixas musicais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76812" y="4687133"/>
            <a:ext cx="70706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Interface responsiva e moderna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76812" y="5071705"/>
            <a:ext cx="707064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Controles interativos em JavaScript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76812" y="5564862"/>
            <a:ext cx="7070646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Fundamentos: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HTML, CSS, JavaScript - Base essencial para desenvolvimento web</a:t>
            </a:r>
            <a:endParaRPr lang="en-US" sz="155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0F8E841-ED77-044E-3384-6EFE0C6C8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8767" y="7181731"/>
            <a:ext cx="2438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892" y="667226"/>
            <a:ext cx="7826216" cy="123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Projeto Accenture: Finanças Pessoais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58892" y="2188012"/>
            <a:ext cx="5496401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Aplicação Web Full-Stack Completa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58892" y="2841903"/>
            <a:ext cx="7826216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Criei uma solução integrada para gerenciamento financeiro pessoal, conectando front-end responsivo com back-end robusto e banco de dados relacional.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8892" y="3655814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8892" y="3952875"/>
            <a:ext cx="3818930" cy="2286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Text 5"/>
          <p:cNvSpPr/>
          <p:nvPr/>
        </p:nvSpPr>
        <p:spPr>
          <a:xfrm>
            <a:off x="658892" y="4092654"/>
            <a:ext cx="2576393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Front-End Interativo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58892" y="4515207"/>
            <a:ext cx="3818930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Interface em HTML, CSS e JavaScript com Fetch API para comunicação assíncrona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666059" y="3655814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666059" y="3952875"/>
            <a:ext cx="3819049" cy="2286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2" name="Text 9"/>
          <p:cNvSpPr/>
          <p:nvPr/>
        </p:nvSpPr>
        <p:spPr>
          <a:xfrm>
            <a:off x="4666059" y="4092654"/>
            <a:ext cx="2477095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Back-End Python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666059" y="4515207"/>
            <a:ext cx="3819049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API desenvolvida em Flask com endpoints para cadastro de pessoas, receitas e contas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8892" y="5747861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892" y="6044922"/>
            <a:ext cx="7826216" cy="2286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6" name="Text 13"/>
          <p:cNvSpPr/>
          <p:nvPr/>
        </p:nvSpPr>
        <p:spPr>
          <a:xfrm>
            <a:off x="658892" y="6184702"/>
            <a:ext cx="2477095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Banco de Dados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58892" y="6607254"/>
            <a:ext cx="782621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SQL Server para persistência e geração de balanços mensais automáticos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58892" y="7261146"/>
            <a:ext cx="782621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Stack Tecnológica:</a:t>
            </a: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HTML, CSS, JavaScript, Python, Flask, SQL Server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592455"/>
            <a:ext cx="1312235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Projeto BlackBelt: Análise de Vulnerabilidades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4023" y="2548295"/>
            <a:ext cx="5303996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Dashboard de Cibersegurança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4023" y="3188851"/>
            <a:ext cx="6298406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Desenvolvi dashboards interativos em </a:t>
            </a: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Power BI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transformando dados brutos de segurança em insights visuais e acionáveis para tomada de decisão estratégica.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4023" y="4417100"/>
            <a:ext cx="62984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Métricas Implementadas: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4023" y="4955738"/>
            <a:ext cx="62984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Tempo Médio de Correção (MTTR)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4023" y="5375910"/>
            <a:ext cx="62984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Indicadores de SLA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4023" y="5796082"/>
            <a:ext cx="62984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Análise de padrões de vulnerabilidades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4023" y="6216253"/>
            <a:ext cx="62984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Relatórios de eficiência da equipe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4023" y="6754892"/>
            <a:ext cx="629840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Tecnologias: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Power BI, Análise de Dados, Segurança da Informação</a:t>
            </a:r>
            <a:endParaRPr lang="en-US" sz="165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2C32B20-784B-CDFC-62B1-2AF7C596F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010" y="7277100"/>
            <a:ext cx="2438400" cy="9525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E0810B8-30B8-1295-43C9-C06E8E42B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468" y="2166769"/>
            <a:ext cx="7456953" cy="4953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70328"/>
            <a:ext cx="1020603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Arsenal de Competências Técnicas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816304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673" y="2944892"/>
            <a:ext cx="31417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Análise de Dados &amp; BI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0673" y="3431024"/>
            <a:ext cx="560915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Expertise em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Power BI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para criação de dashboards dinâmicos e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para análise e manipulação de dados complexos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574" y="2816304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2938" y="29448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Banco de Dados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62938" y="3431024"/>
            <a:ext cx="560915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Experiência prática com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SQL Server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incluindo modelagem, queries otimizadas e integração com aplicações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904423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70673" y="5033010"/>
            <a:ext cx="404300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Desenvolvimento Back-End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70673" y="5519142"/>
            <a:ext cx="560915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Conhecimento em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Flask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com fundamentos sólidos em Programação Orientada a Objetos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574" y="4904423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2938" y="5033010"/>
            <a:ext cx="410682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Desenvolvimento Front-End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62938" y="5519142"/>
            <a:ext cx="560915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Domínio de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HTML, CSS e JavaScript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para criação de interfaces web responsivas e interativas</a:t>
            </a:r>
            <a:endParaRPr lang="en-US" sz="170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4D03419-04B9-46DC-8A53-825DCA367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0" y="7260550"/>
            <a:ext cx="2438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648" y="757238"/>
            <a:ext cx="7859077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Competências Comportamentais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08648" y="1590199"/>
            <a:ext cx="7926705" cy="1340168"/>
          </a:xfrm>
          <a:prstGeom prst="roundRect">
            <a:avLst>
              <a:gd name="adj" fmla="val 8188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788" y="1590199"/>
            <a:ext cx="91440" cy="1340168"/>
          </a:xfrm>
          <a:prstGeom prst="roundRect">
            <a:avLst>
              <a:gd name="adj" fmla="val 79887"/>
            </a:avLst>
          </a:prstGeom>
          <a:solidFill>
            <a:srgbClr val="DA1B2E"/>
          </a:solidFill>
          <a:ln/>
        </p:spPr>
      </p:sp>
      <p:sp>
        <p:nvSpPr>
          <p:cNvPr id="6" name="Text 3"/>
          <p:cNvSpPr/>
          <p:nvPr/>
        </p:nvSpPr>
        <p:spPr>
          <a:xfrm>
            <a:off x="873919" y="1786890"/>
            <a:ext cx="2887147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Resolução de Problemas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73919" y="2177177"/>
            <a:ext cx="74647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Facilidade natural para analisar desafios técnicos complexos e desenvolver soluções criativas e eficientes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648" y="3104198"/>
            <a:ext cx="7926705" cy="1340168"/>
          </a:xfrm>
          <a:prstGeom prst="roundRect">
            <a:avLst>
              <a:gd name="adj" fmla="val 8188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788" y="3104198"/>
            <a:ext cx="91440" cy="1340168"/>
          </a:xfrm>
          <a:prstGeom prst="roundRect">
            <a:avLst>
              <a:gd name="adj" fmla="val 79887"/>
            </a:avLst>
          </a:prstGeom>
          <a:solidFill>
            <a:srgbClr val="DA1B2E"/>
          </a:solidFill>
          <a:ln/>
        </p:spPr>
      </p:sp>
      <p:sp>
        <p:nvSpPr>
          <p:cNvPr id="10" name="Text 7"/>
          <p:cNvSpPr/>
          <p:nvPr/>
        </p:nvSpPr>
        <p:spPr>
          <a:xfrm>
            <a:off x="873919" y="3300889"/>
            <a:ext cx="2876907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Dinamismo e Multitarefa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3919" y="3691176"/>
            <a:ext cx="74647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Capacidade comprovada de gerenciar múltiplos projetos simultaneamente mantendo qualidade e prazos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8648" y="4618196"/>
            <a:ext cx="7926705" cy="1340168"/>
          </a:xfrm>
          <a:prstGeom prst="roundRect">
            <a:avLst>
              <a:gd name="adj" fmla="val 8188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788" y="4618196"/>
            <a:ext cx="91440" cy="1340168"/>
          </a:xfrm>
          <a:prstGeom prst="roundRect">
            <a:avLst>
              <a:gd name="adj" fmla="val 79887"/>
            </a:avLst>
          </a:prstGeom>
          <a:solidFill>
            <a:srgbClr val="DA1B2E"/>
          </a:solidFill>
          <a:ln/>
        </p:spPr>
      </p:sp>
      <p:sp>
        <p:nvSpPr>
          <p:cNvPr id="14" name="Text 11"/>
          <p:cNvSpPr/>
          <p:nvPr/>
        </p:nvSpPr>
        <p:spPr>
          <a:xfrm>
            <a:off x="873919" y="4814888"/>
            <a:ext cx="2308741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Trabalho em Equipe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73919" y="5205174"/>
            <a:ext cx="74647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Excelente relacionamento interpessoal e habilidade para colaborar efetivamente em ambientes diversos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8648" y="6132195"/>
            <a:ext cx="7926705" cy="1340168"/>
          </a:xfrm>
          <a:prstGeom prst="roundRect">
            <a:avLst>
              <a:gd name="adj" fmla="val 8188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788" y="6132195"/>
            <a:ext cx="91440" cy="1340168"/>
          </a:xfrm>
          <a:prstGeom prst="roundRect">
            <a:avLst>
              <a:gd name="adj" fmla="val 79887"/>
            </a:avLst>
          </a:prstGeom>
          <a:solidFill>
            <a:srgbClr val="DA1B2E"/>
          </a:solidFill>
          <a:ln/>
        </p:spPr>
      </p:sp>
      <p:sp>
        <p:nvSpPr>
          <p:cNvPr id="18" name="Text 15"/>
          <p:cNvSpPr/>
          <p:nvPr/>
        </p:nvSpPr>
        <p:spPr>
          <a:xfrm>
            <a:off x="873919" y="6328886"/>
            <a:ext cx="3271838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Proatividade e Aprendizado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3919" y="6719173"/>
            <a:ext cx="746474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Curiosidade constante, iniciativa para buscar conhecimento e evolução profissional contínua e autodidata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55132"/>
            <a:ext cx="80380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Desenvolvimento Contínuo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0110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Áreas em que busco melhorar continuamente para alcançar um crescimento </a:t>
            </a:r>
            <a:r>
              <a:rPr lang="en-US" sz="1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mais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equilibrado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463171"/>
            <a:ext cx="4226838" cy="3711297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309" y="3432691"/>
            <a:ext cx="4226838" cy="1219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6" name="Shape 4"/>
          <p:cNvSpPr/>
          <p:nvPr/>
        </p:nvSpPr>
        <p:spPr>
          <a:xfrm>
            <a:off x="2546687" y="3138249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DA1B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712" y="3300770"/>
            <a:ext cx="259913" cy="3249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364" y="4004786"/>
            <a:ext cx="33127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Comunicação Proativa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364" y="4490918"/>
            <a:ext cx="373272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Desenvolver maior proatividade para compartilhar ideias e perspectivas em reuniões de equipe e discussões, contribuindo ativamente desde o início.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1722" y="3463171"/>
            <a:ext cx="4226838" cy="3711297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201722" y="3432691"/>
            <a:ext cx="4226838" cy="1219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2" name="Shape 9"/>
          <p:cNvSpPr/>
          <p:nvPr/>
        </p:nvSpPr>
        <p:spPr>
          <a:xfrm>
            <a:off x="6990100" y="3138249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DA1B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124" y="3300770"/>
            <a:ext cx="259913" cy="3249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8776" y="4004786"/>
            <a:ext cx="373272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Otimização da Gestão de Tarefas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48776" y="4847153"/>
            <a:ext cx="373272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Aprimorar métodos de organização para gerenciar prioridades e prazos de forma mais eficaz, transformando planejamento em execução com agilidade.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645134" y="3463171"/>
            <a:ext cx="4226957" cy="3711297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9645134" y="3432691"/>
            <a:ext cx="4226957" cy="121920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33631" y="3138249"/>
            <a:ext cx="649962" cy="649962"/>
          </a:xfrm>
          <a:prstGeom prst="roundRect">
            <a:avLst>
              <a:gd name="adj" fmla="val 140685"/>
            </a:avLst>
          </a:prstGeom>
          <a:solidFill>
            <a:srgbClr val="DA1B2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656" y="3300770"/>
            <a:ext cx="259913" cy="3249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2189" y="4004786"/>
            <a:ext cx="37328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Aprimoramento da Gestão de Expectativas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892189" y="4847153"/>
            <a:ext cx="37328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Foco em desenvolver paciência e confiança no processo colaborativo, gerenciando a ansiedade por resultados e valorizando o ritmo da equipe.</a:t>
            </a:r>
            <a:endParaRPr lang="en-US" sz="17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0D61B486-B63E-8BB8-1568-2D931A2FE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3593" y="7250206"/>
            <a:ext cx="24384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825" y="544354"/>
            <a:ext cx="1082325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Formação Acadêmica e Próximos Passos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25" y="1715214"/>
            <a:ext cx="6380917" cy="6380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4279" y="1690449"/>
            <a:ext cx="6380917" cy="78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Faculdade Católica Imaculada Conceição do Recife (FICR)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564279" y="2669619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Curso: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Tecnólogo em Análise e Desenvolvimento de Sistemas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4279" y="3164443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Período: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Janeiro/2024 - Julho/2026 (Cursando)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564279" y="3802699"/>
            <a:ext cx="6380917" cy="32266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564279" y="4057531"/>
            <a:ext cx="302002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Pronta para o Mercado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564279" y="4581049"/>
            <a:ext cx="6380917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 base técnica sólida, experiência prática em projetos reais e paixão por dados, estou preparada para contribuir desde o primeiro dia em uma equipe de </a:t>
            </a:r>
            <a:r>
              <a:rPr lang="en-US" sz="15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Dados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ou </a:t>
            </a:r>
            <a:r>
              <a:rPr lang="en-US" sz="15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Engenharia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279" y="5709285"/>
            <a:ext cx="6380917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Buscando oportunidades de estágio para transformar dados em decisões estratégicas.</a:t>
            </a:r>
            <a:endParaRPr lang="en-US" sz="15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18D8F52-17EA-F515-21E1-364A6F076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7277100"/>
            <a:ext cx="243840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805</Words>
  <Application>Microsoft Office PowerPoint</Application>
  <PresentationFormat>Personalizar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Sora Semi Bold</vt:lpstr>
      <vt:lpstr>Sora Light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JAQUELINE INGRIDY DE SIQUEIRA LIMA</cp:lastModifiedBy>
  <cp:revision>3</cp:revision>
  <dcterms:created xsi:type="dcterms:W3CDTF">2025-10-09T14:50:45Z</dcterms:created>
  <dcterms:modified xsi:type="dcterms:W3CDTF">2025-10-09T15:17:45Z</dcterms:modified>
</cp:coreProperties>
</file>